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46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57400"/>
            <a:ext cx="9144000" cy="45720"/>
          </a:xfrm>
          <a:prstGeom prst="rect">
            <a:avLst/>
          </a:prstGeom>
          <a:solidFill>
            <a:srgbClr val="E8A7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58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工具思路讲座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8A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ChinaTravel 内部分享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我们现在在用什么？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主要工具：ChatGPT、豆包、Deepseek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主要场景：文案撰写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产品描述和旅游文案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社媒内容 (Instagram, Facebook)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邮件模板和客户沟通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博客文章初稿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914400"/>
            <a:ext cx="2286000" cy="2011680"/>
          </a:xfrm>
          <a:prstGeom prst="rect">
            <a:avLst/>
          </a:prstGeom>
          <a:solidFill>
            <a:srgbClr val="F8F6F3"/>
          </a:solidFill>
          <a:ln w="25400">
            <a:solidFill>
              <a:srgbClr val="D466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1887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我们可能遗漏了什么？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AI 可以帮我们做什么？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005840"/>
            <a:ext cx="548640" cy="548640"/>
          </a:xfrm>
          <a:prstGeom prst="ellipse">
            <a:avLst/>
          </a:prstGeom>
          <a:solidFill>
            <a:srgbClr val="D466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内容基座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文案 + 图片 + 视频 + 多渠道适配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548640" cy="548640"/>
          </a:xfrm>
          <a:prstGeom prst="ellipse">
            <a:avLst/>
          </a:prstGeom>
          <a:solidFill>
            <a:srgbClr val="D4663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175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工作自动化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 + 数据 + 跟进 自动化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005840"/>
            <a:ext cx="548640" cy="548640"/>
          </a:xfrm>
          <a:prstGeom prst="ellipse">
            <a:avLst/>
          </a:prstGeom>
          <a:solidFill>
            <a:srgbClr val="D4663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7784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自动化管理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21945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社媒发布 + 数据监控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内容基座：超越单纯文案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当前：只用文案工具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可以做的：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ChatGPT 写文案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人工找图片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手动适配渠道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一键生成文+图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自动优化 SEO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多语言多渠道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914400" cy="1371600"/>
          </a:xfrm>
          <a:prstGeom prst="rect">
            <a:avLst/>
          </a:prstGeom>
          <a:solidFill>
            <a:srgbClr val="F8F6F3"/>
          </a:solidFill>
          <a:ln w="12700">
            <a:solidFill>
              <a:srgbClr val="E8A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案例：旅游文案一键生成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71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输入：目的地名称 → 输出：小红书文案、INS 文案、邮件主题、产品描述（自动排版、带配图建议）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工作自动化：释放重复工作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当前状态：手动完成重复工作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68880" cy="1645920"/>
          </a:xfrm>
          <a:prstGeom prst="rect">
            <a:avLst/>
          </a:prstGeom>
          <a:solidFill>
            <a:srgbClr val="F8F6F3"/>
          </a:solidFill>
          <a:ln w="25400">
            <a:solidFill>
              <a:srgbClr val="2C5F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订单确认邮件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自动生成、发送、追踪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468880" cy="1645920"/>
          </a:xfrm>
          <a:prstGeom prst="rect">
            <a:avLst/>
          </a:prstGeom>
          <a:solidFill>
            <a:srgbClr val="F8F6F3"/>
          </a:solidFill>
          <a:ln w="25400">
            <a:solidFill>
              <a:srgbClr val="2C5F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数据整理分析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自动汇总、生成报告、发送提醒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2468880" cy="1645920"/>
          </a:xfrm>
          <a:prstGeom prst="rect">
            <a:avLst/>
          </a:prstGeom>
          <a:solidFill>
            <a:srgbClr val="F8F6F3"/>
          </a:solidFill>
          <a:ln w="25400">
            <a:solidFill>
              <a:srgbClr val="2C5F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554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客户跟进流程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自动判断→分组→推送→数据记录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自动化管理：数据驱动运营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Buffer / Mericool + Claude 构建营销自动化链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社媒日程：预制内容日历，自动发布、交互监控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数据实时看：粉丝增长、互动率、热门内容自动分析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智能优化：A/B 测试自动记录，最佳发布时间推荐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9144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工具栈示例：Claude Cowork + Buffer + Google Ads + Slack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ChinaTravel 可以怎么用？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内容创作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旅游产品文案一键生成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目的地指南快速编写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多语言社媒内容适配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营销自动化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邮件营销流程自动化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客户分组和推荐自动化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社媒内容日程管理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6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运营优化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访客数据实时分析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转化漏斗自动监控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客户跟进和反馈汇总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工具对比：如何选择？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" cy="274320"/>
          </a:xfrm>
          <a:prstGeom prst="rect">
            <a:avLst/>
          </a:prstGeom>
          <a:solidFill>
            <a:srgbClr val="2C5F7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914400"/>
            <a:ext cx="2194560" cy="274320"/>
          </a:xfrm>
          <a:prstGeom prst="rect">
            <a:avLst/>
          </a:prstGeom>
          <a:solidFill>
            <a:srgbClr val="2C5F7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914400"/>
            <a:ext cx="2194560" cy="274320"/>
          </a:xfrm>
          <a:prstGeom prst="rect">
            <a:avLst/>
          </a:prstGeom>
          <a:solidFill>
            <a:srgbClr val="2C5F7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通用、易上手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371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无记忆、无自动化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长上下文、深度思考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付费、API 门槛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快速、低成本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中文特定、功能有限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自动化、工作流、跨应用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需学习成本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5F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下一步：我们可以尝试什么？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D466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 Claude + Cowork：用 AI 写 3 篇产品文案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D466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试试自动化：设置一个邮件模板自动生成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D466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团队分享：各岗位分享用 AI 的心得和想法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F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57400"/>
            <a:ext cx="9144000" cy="45720"/>
          </a:xfrm>
          <a:prstGeom prst="rect">
            <a:avLst/>
          </a:prstGeom>
          <a:solidFill>
            <a:srgbClr val="E8A7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5875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时间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E8A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有问题？让我们一起探索！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2026-04-19T13:25:04Z</dcterms:created>
  <dcterms:modified xsi:type="dcterms:W3CDTF">2026-04-19T13:25:04Z</dcterms:modified>
</cp:coreProperties>
</file>