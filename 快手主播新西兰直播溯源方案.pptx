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快手主播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新西兰直播溯源之旅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5-6月全程方案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Travel Service × Premium Brands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品牌直播溯源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与政要接待相结合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8+品牌矩阵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佣金40-50%高返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新西兰特产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生鲜基地参观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5星酒店、豪车、私人飞机全程保障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8大品牌矩阵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18个优质品牌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覆盖5大消费品类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3931920" cy="17373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佣金结构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保健品/护肤: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40-50%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特产类: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25-30%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生鲜/乳制: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15-25%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品牌矩阵 I｜保健品 &amp; 护肤品 (40-55% 佣金)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好健康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保健品 | 45%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澳乐维他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保健品 | 45%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Swisse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保健品 | 40%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 Healthy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基础保健 | 42%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Vita Folkes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女性保健 | 48%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Lifespace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益生菌 | 45%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澳容 (Earon)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护肤品 | 50%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Coco Brownie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护肤品 | 55%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品牌矩阵 II｜特产 &amp; 家居日化 (25-30% 佣金)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新西兰羊毛被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特产 | 30%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澳洲/新西兰葡萄酒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特产 | 28%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UGG 雪地靴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特产 | 30%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Waston's 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蜂蜜 | 27%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洗衣液 | 25%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Bribeam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牙膏 | 26%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品牌矩阵 III｜生鲜 &amp; 乳制品 (15-25% 佣金)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新西兰草饲牛羊肉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20%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新西兰活龙虾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18%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新西兰黑金鲍鱼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22%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生蚝、青口等海产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20%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多品牌成人奶粉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乳制品 | 18%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Muchmoore 冰淇淋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乳制品 | 20%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Wdom 中老年高钙奶粉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乳制品 | 25%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政治资源与高端接待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部长级/国家级接见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新西兰总理接见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旅游部长正式会晤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奥克兰市长晚宴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执政党国家党领导接待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国会参观与贸易讨论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商务晚宴与授权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中新贸易协会领导欢迎晚宴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官方授权证书颁发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本地企业家见面晚宴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品牌推介会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媒体见面会与签约仪式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直播场景 I｜5星地标酒店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🏨 5星级奥克兰地标酒店直播基地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高空景观直播间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- 280°城市全景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天然采光 + 专业灯光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- 4K直播设备配置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奢华宴会厅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- 500+人容纳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VIP接待空间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私人洽谈间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多功能直播布景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品牌展示台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产品陈列区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互动体验区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347472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一站式直播支持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专业摄像团队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实时数据统计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 舞台美术设计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直播场景 II｜生产工厂直播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D4AF37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🏭 保健品工厂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溯源直播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完整生产线展示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原料到成品全过程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质检认证展示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品牌故事讲述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E5090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🚜 户外农场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直播基地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牛羊肉养殖基地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生蚝养殖场参观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果园与农场体验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野生捕捞现场直播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配套资源｜贵宾级出行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奔驰13座豪华客车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全程专属司机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空调+WiFi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🚙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692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艾尔法7座商务车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灵活出行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舒适配置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✈️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私人飞机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城市间往返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奥克兰↔皇后镇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⛵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私人游艇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3383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海滨直播体验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品酒晚宴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核心溯源内容｜从源头到餐桌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生蚝养殖基地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养殖工艺展示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捕捞与品尝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营养价值讲解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7432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牛羊肉养殖农场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草饲养殖过程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饲料与环境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屠宰加工工艺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7432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188720"/>
            <a:ext cx="27432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保健品工厂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原料质检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生产全流程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认证与检测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5月行程框架｜周行程规划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第1周(5/1-5/7)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抵达+政治接待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抵达奥克兰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总理/部长接见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入住5星酒店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第2周(5/8-5/14)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2402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保健品溯源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工厂参观直播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品牌推介会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产品体验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第3周(5/15-5/21)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1546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北岛生鲜溯源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生蚝养殖基地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品酒庄园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海滨直播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第4周(5/22-5/31)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40690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南岛深度体验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皇后镇私人飞机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牛羊肉农场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户外直播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6月行程框架｜周行程规划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2E509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第1周(6/1-6/7)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国会参观+商务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国家党接待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国会参观与讨论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商务晚宴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第2周(6/8-6/14)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2402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特产与文化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羊毛被工厂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葡萄酒庄园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文化体验直播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2E509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第3周(6/15-6/21)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1546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本地企业交流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企业家晚宴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创新品牌合作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社群互动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第4周(6/22-6/30)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40690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总结与颁奖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授权证书颁发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成果发布会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粉丝答谢会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预期效果与商业价值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品牌曝光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快手粉丝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触及率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40%+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2286000"/>
            <a:ext cx="1828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销售转化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转化率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1828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内容资产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高质量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短视频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3+ 部长级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286000"/>
            <a:ext cx="1828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政治背书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直播间运营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CTS 提供：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全程策划与执行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政治资源整合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场景与物流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摄制与直播团队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品牌推介协调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快手方提供：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主播资源与粉丝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直播间运营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粉丝互动管理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佣金分配机制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品牌方佣金：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40-55% 保健品/护肤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25-30% 特产/日化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15-25% 生鲜/乳制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快手直播分配：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 直播带货佣金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CTS 统筹协调费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（根据规模另议）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携手共赢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5-6月新西兰直播溯源之旅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651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下一步行动：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确认合作品牌清单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敲定行程时间表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签署合作协议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启动宣传与筹备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快手主播新西兰直播溯源之旅方案</dc:title>
  <dc:subject>PptxGenJS Presentation</dc:subject>
  <dc:creator>CTS China Travel Service</dc:creator>
  <cp:lastModifiedBy>CTS China Travel Service</cp:lastModifiedBy>
  <cp:revision>1</cp:revision>
  <dcterms:created xsi:type="dcterms:W3CDTF">2026-04-19T13:59:39Z</dcterms:created>
  <dcterms:modified xsi:type="dcterms:W3CDTF">2026-04-19T13:59:39Z</dcterms:modified>
</cp:coreProperties>
</file>